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96fa4ad736a295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933bc85bce93d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896d6e14297c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1f297137bbd37b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59da8a6297d6d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84fcc379620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fca01d37d651b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04cb568d3a493a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3531f16eaae8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8f0e2efe4d40f5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e7b8f5863eafda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d1e8d686ec5d0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272848cd8b8b5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8b3789f34da6a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关卡设计的叙事法则：将故事转化为可玩空间的蓝图</dc:title>
  <dc:subject>NotebookLM rendered slide deck</dc:subject>
  <dc:creator>NotebookLM / reconstructed from viewer renders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