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828213647-narrative-expression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828213647-narrative-expression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828213647-narrative-expression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828213647-narrative-expression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828213647-narrative-expression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828213647-narrative-expression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828213647-narrative-expression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828213647-narrative-expression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828213647-narrative-expression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828213647-narrative-expression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828213647-narrative-expression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828213647-narrative-expression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Narrative Greyboxing</dc:title>
  <dc:subject>中文简体详细演示文稿</dc:subject>
  <dc:creator/>
  <cp:keywords/>
  <dc:description>Rendered slide reconstruction from the NotebookLM Studio artifact; direct PPTX/PDF download did not produce local files in the browser bridge.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